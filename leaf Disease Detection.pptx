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59" r:id="rId3"/>
    <p:sldId id="257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14E67D9-C084-4A50-80E0-F77AE49B73BF}" type="datetimeFigureOut">
              <a:rPr lang="en-US" smtClean="0"/>
              <a:t>7/1/2019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22E8C55-7EA6-4137-A0BC-B1856B14810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14E67D9-C084-4A50-80E0-F77AE49B73BF}" type="datetimeFigureOut">
              <a:rPr lang="en-US" smtClean="0"/>
              <a:t>7/1/2019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22E8C55-7EA6-4137-A0BC-B1856B1481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14E67D9-C084-4A50-80E0-F77AE49B73BF}" type="datetimeFigureOut">
              <a:rPr lang="en-US" smtClean="0"/>
              <a:t>7/1/2019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22E8C55-7EA6-4137-A0BC-B1856B14810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14E67D9-C084-4A50-80E0-F77AE49B73BF}" type="datetimeFigureOut">
              <a:rPr lang="en-US" smtClean="0"/>
              <a:t>7/1/2019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22E8C55-7EA6-4137-A0BC-B1856B1481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14E67D9-C084-4A50-80E0-F77AE49B73BF}" type="datetimeFigureOut">
              <a:rPr lang="en-US" smtClean="0"/>
              <a:t>7/1/2019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22E8C55-7EA6-4137-A0BC-B1856B1481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14E67D9-C084-4A50-80E0-F77AE49B73BF}" type="datetimeFigureOut">
              <a:rPr lang="en-US" smtClean="0"/>
              <a:t>7/1/2019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22E8C55-7EA6-4137-A0BC-B1856B1481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14E67D9-C084-4A50-80E0-F77AE49B73BF}" type="datetimeFigureOut">
              <a:rPr lang="en-US" smtClean="0"/>
              <a:t>7/1/2019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22E8C55-7EA6-4137-A0BC-B1856B14810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14E67D9-C084-4A50-80E0-F77AE49B73BF}" type="datetimeFigureOut">
              <a:rPr lang="en-US" smtClean="0"/>
              <a:t>7/1/2019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22E8C55-7EA6-4137-A0BC-B1856B1481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14E67D9-C084-4A50-80E0-F77AE49B73BF}" type="datetimeFigureOut">
              <a:rPr lang="en-US" smtClean="0"/>
              <a:t>7/1/2019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22E8C55-7EA6-4137-A0BC-B1856B14810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14E67D9-C084-4A50-80E0-F77AE49B73BF}" type="datetimeFigureOut">
              <a:rPr lang="en-US" smtClean="0"/>
              <a:t>7/1/2019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22E8C55-7EA6-4137-A0BC-B1856B1481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14E67D9-C084-4A50-80E0-F77AE49B73BF}" type="datetimeFigureOut">
              <a:rPr lang="en-US" smtClean="0"/>
              <a:t>7/1/2019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22E8C55-7EA6-4137-A0BC-B1856B1481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714E67D9-C084-4A50-80E0-F77AE49B73BF}" type="datetimeFigureOut">
              <a:rPr lang="en-US" smtClean="0"/>
              <a:t>7/1/2019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322E8C55-7EA6-4137-A0BC-B1856B14810C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2560" y="1219200"/>
            <a:ext cx="7406640" cy="167640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Leaf Disease Detection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0" y="4038600"/>
            <a:ext cx="2743200" cy="1752600"/>
          </a:xfrm>
        </p:spPr>
        <p:txBody>
          <a:bodyPr/>
          <a:lstStyle/>
          <a:p>
            <a:r>
              <a:rPr lang="en-US" dirty="0" smtClean="0"/>
              <a:t>ID no : 16CP024</a:t>
            </a:r>
          </a:p>
          <a:p>
            <a:r>
              <a:rPr lang="en-US" dirty="0" smtClean="0"/>
              <a:t>	</a:t>
            </a:r>
            <a:r>
              <a:rPr lang="en-US" dirty="0" smtClean="0"/>
              <a:t>  16CP031</a:t>
            </a:r>
            <a:endParaRPr lang="en-US" dirty="0"/>
          </a:p>
        </p:txBody>
      </p:sp>
      <p:pic>
        <p:nvPicPr>
          <p:cNvPr id="4" name="Picture 3" descr="BVM Logo-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81800" y="457200"/>
            <a:ext cx="1828800" cy="173976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3200400"/>
            <a:ext cx="46482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</a:t>
            </a:r>
            <a:r>
              <a:rPr lang="en-US" dirty="0" err="1" smtClean="0"/>
              <a:t>Defination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Prediction of Leaf Disease in early stage to end it from further spreading and  reduce its effect 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76850" y="2473772"/>
            <a:ext cx="3657600" cy="2764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Need for detection: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Agricultural productivity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economy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Methodology: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1" y="1143000"/>
            <a:ext cx="6705600" cy="5333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818516"/>
            <a:ext cx="6324600" cy="5461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Agriculture</a:t>
            </a:r>
          </a:p>
          <a:p>
            <a:r>
              <a:rPr lang="en-US" dirty="0" smtClean="0"/>
              <a:t>Medicine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6000" dirty="0" smtClean="0"/>
          </a:p>
          <a:p>
            <a:pPr>
              <a:buNone/>
            </a:pPr>
            <a:endParaRPr lang="en-US" sz="6000" dirty="0" smtClean="0"/>
          </a:p>
          <a:p>
            <a:pPr>
              <a:buNone/>
            </a:pPr>
            <a:r>
              <a:rPr lang="en-US" sz="6000" dirty="0" smtClean="0"/>
              <a:t>Thank you</a:t>
            </a:r>
            <a:endParaRPr lang="en-US" sz="6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55</TotalTime>
  <Words>42</Words>
  <Application>Microsoft Office PowerPoint</Application>
  <PresentationFormat>On-screen Show (4:3)</PresentationFormat>
  <Paragraphs>17</Paragraphs>
  <Slides>7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Solstice</vt:lpstr>
      <vt:lpstr>Leaf Disease Detection</vt:lpstr>
      <vt:lpstr>Problem Defination:</vt:lpstr>
      <vt:lpstr>Need for detection:</vt:lpstr>
      <vt:lpstr>Methodology:</vt:lpstr>
      <vt:lpstr>Slide 5</vt:lpstr>
      <vt:lpstr>Applications: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Leaf Disease Detection</dc:title>
  <dc:creator>Admin</dc:creator>
  <cp:lastModifiedBy>Admin</cp:lastModifiedBy>
  <cp:revision>1</cp:revision>
  <dcterms:created xsi:type="dcterms:W3CDTF">2019-07-01T02:58:14Z</dcterms:created>
  <dcterms:modified xsi:type="dcterms:W3CDTF">2019-07-01T03:53:24Z</dcterms:modified>
</cp:coreProperties>
</file>